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5D8E8"/>
                </a:solidFill>
                <a:latin typeface="Calibri"/>
              </a:rPr>
              <a:t>PROMPT 01  · 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Current-state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2EA"/>
                </a:solidFill>
                <a:latin typeface="Calibri"/>
              </a:rPr>
              <a:t>AI-Native Autonomous Warehouse &amp; Robotics Control Center
Expanded from docs/03  ·  Baseline v2.0.0 frozen  ·  Overlay 0.1.0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6E00"/>
                </a:solidFill>
                <a:latin typeface="Calibri"/>
              </a:rPr>
              <a:t>No component has complete warehouse truth.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this architecture is proving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Digital warehouse state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≠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Physical warehouse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Robot available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≠ suitable ≠ optimal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D21"/>
                </a:solidFill>
                <a:latin typeface="Calibri"/>
              </a:rPr>
              <a:t>This is a brownfield estate of 18 DCs. ERP, OMS, WMS, WES, fleet/WCS, TMS, CMMS, vision, labor and emails evolved independently.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D21"/>
                </a:solidFill>
                <a:latin typeface="Calibri"/>
              </a:rPr>
              <a:t>The happy path usually works. Exceptions are reconciled by humans (shadow email/Excel), not by a single system of record.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D21"/>
                </a:solidFill>
                <a:latin typeface="Calibri"/>
              </a:rPr>
              <a:t>This repo is a synthetic snapshot + observe-only API. It is not a live digital twin and does not command robots.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Inherited sketch  ·  docs/03_current_state_architecture.md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773"/>
                </a:solidFill>
                <a:latin typeface="Calibri"/>
              </a:rPr>
              <a:t>Frozen baseline — not edited. This deck expands it with repo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F2C4C"/>
                </a:solidFill>
                <a:latin typeface="Calibri"/>
              </a:rPr>
              <a:t>ERP → OMS → WMS → WES → Fleet Managers / WCS → Robots / PLCs / Conveyors / ASRS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F2C4C"/>
                </a:solidFill>
                <a:latin typeface="Calibri"/>
              </a:rPr>
              <a:t>                              ↘ Vision / Safety / IoT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F2C4C"/>
                </a:solidFill>
                <a:latin typeface="Calibri"/>
              </a:rPr>
              <a:t>CMMS ↔ Fleet                       ↓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F2C4C"/>
                </a:solidFill>
                <a:latin typeface="Calibri"/>
              </a:rPr>
              <a:t>Labor Mgmt                    Physical warehouse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F2C4C"/>
                </a:solidFill>
                <a:latin typeface="Calibri"/>
              </a:rPr>
              <a:t>TMS ← staging / ship confirmation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F2C4C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F2C4C"/>
                </a:solidFill>
                <a:latin typeface="Calibri"/>
              </a:rPr>
              <a:t>Shadow layer: CSV/Excel-like exports + emails + radio / manual overrides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Documented as-is flow  (same boxes as docs/03)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773"/>
                </a:solidFill>
                <a:latin typeface="Calibri"/>
              </a:rPr>
              <a:t>Happy-path order movement. Dashed conceptually: shadow ops and CMMS↔fleet.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3351" y="153619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7943" y="146304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9815" y="153619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46304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WMS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53619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1" y="146304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WES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2743" y="153619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5" y="146304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Fleet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7" y="153619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799" y="146304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Robots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153619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3" y="146304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Physical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2135" y="153619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96727" y="146304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Calibri"/>
              </a:rPr>
              <a:t>WES also drives machines and sensing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246888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WCS / PLC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468880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Conveyor / ASRS / dock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4688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4688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Safety / IoT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154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C4C"/>
                </a:solidFill>
                <a:latin typeface="Calibri"/>
              </a:rPr>
              <a:t>People, maintenance, unofficial process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2044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CMMS  ↔  Fleet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352044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Labor mgmt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3520440"/>
            <a:ext cx="6583680" cy="640080"/>
          </a:xfrm>
          <a:prstGeom prst="roundRect">
            <a:avLst>
              <a:gd name="adj" fmla="val 8000"/>
            </a:avLst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Shadow: emails / Excel / radio  →  OMS, WMS, Fleet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891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D21"/>
                </a:solidFill>
                <a:latin typeface="Calibri"/>
              </a:rPr>
              <a:t>Enterprise: ERP qty, OMS order + carrier_cutoff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D21"/>
                </a:solidFill>
                <a:latin typeface="Calibri"/>
              </a:rPr>
              <a:t>Warehouse software: WMS bins/qty/status, WES task.wes_status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D21"/>
                </a:solidFill>
                <a:latin typeface="Calibri"/>
              </a:rPr>
              <a:t>Floor: fleet, WCS/PLC, robots, conveyors, ASRS, chargers, docks → physical warehouse → TMS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this repo actually runs  ·  thin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2E2E"/>
                </a:solidFill>
                <a:latin typeface="Calibri"/>
              </a:rPr>
              <a:t>No live WarehouseState. No DecisionEngine. No robot write path. State = snapshots.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data/ snapshots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57400"/>
            <a:ext cx="2743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300" b="0">
                <a:solidFill>
                  <a:srgbClr val="1A1D21"/>
                </a:solidFill>
                <a:latin typeface="Calibri"/>
              </a:rPr>
              <a:t>orders, inventory, tasks,
robots, aliases, zones,
charging, telemetry,
events, shipments, safety,
labor, shadow email/Excel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Baseline 2.0.0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057400"/>
            <a:ext cx="2743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300" b="0">
                <a:solidFill>
                  <a:srgbClr val="1A1D21"/>
                </a:solidFill>
                <a:latin typeface="Calibri"/>
              </a:rPr>
              <a:t>diagnostics.py counters
legacy allocator
(battery + ONLINE)
legacy inventory
(trusts WMS)
SQLite + GET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2743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B8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300" b="0">
                <a:solidFill>
                  <a:srgbClr val="1A1D21"/>
                </a:solidFill>
                <a:latin typeface="Calibri"/>
              </a:rPr>
              <a:t>fleet_api_v1.yaml
no idempotency key
fleet_api_v2.yaml
vehicle_id
not wired to 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46304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Absent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057400"/>
            <a:ext cx="2743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8B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300" b="0">
                <a:solidFill>
                  <a:srgbClr val="1A1D21"/>
                </a:solidFill>
                <a:latin typeface="Calibri"/>
              </a:rPr>
              <a:t>DecisionEngine
Copilot / RAG
Keep-out polygons
Tote model
Digital twin runtime
specs/ WRCC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Competing systems of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Robot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09728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WMS alias vs fleet_id vs CMMS alias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 alias collisions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5740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Inventory qty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5740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WMS vs ERP vs vision vs operator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5740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7,382 disagreements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1752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Task /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0175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OMS vs WMS vs WES vs fleet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01752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7,351 WES ≠ fleet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4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97764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Fleet AVAILABLE vs CMMS vs cert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97764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176 + 35 expired-cert online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93776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Cutoff /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93776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OMS SLA vs email vs event clocks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93776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Cutoff −35 min; 7,448 skews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Baseline diagnostic evidence  ·  VERIFICATION.md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2C4C"/>
                </a:solidFill>
                <a:latin typeface="Calibri"/>
              </a:rPr>
              <a:t>712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Calibri"/>
              </a:rPr>
              <a:t>Robots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2C4C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Calibri"/>
              </a:rPr>
              <a:t>Alias collisions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2C4C"/>
                </a:solidFill>
                <a:latin typeface="Calibri"/>
              </a:rPr>
              <a:t>7,382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Calibri"/>
              </a:rPr>
              <a:t>Inventory fights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47472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59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2C4C"/>
                </a:solidFill>
                <a:latin typeface="Calibri"/>
              </a:rPr>
              <a:t>7,351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Calibri"/>
              </a:rPr>
              <a:t>WES ≠ fleet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47472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794759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2C4C"/>
                </a:solidFill>
                <a:latin typeface="Calibri"/>
              </a:rPr>
              <a:t>176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66344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Calibri"/>
              </a:rPr>
              <a:t>CMMS vs 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47472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94759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2C4C"/>
                </a:solidFill>
                <a:latin typeface="Calibri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6344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773"/>
                </a:solidFill>
                <a:latin typeface="Calibri"/>
              </a:rPr>
              <a:t>Expired cert, connected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Authority boundary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1. Observe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diagnostics.py
GET /health
GET /diagnostics
GET /robots/{id}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2. Recommend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6596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Not implemented
in baseline 2.0.0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3. Human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B8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Email / supervisor
safety docs
CMMS + labor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C4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28016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4.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96596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8B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/>
            <a:r>
              <a:rPr sz="1400" b="0">
                <a:solidFill>
                  <a:srgbClr val="1A1D21"/>
                </a:solidFill>
                <a:latin typeface="Calibri"/>
              </a:rPr>
              <a:t>Blocked
physical_control:
disabled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D21"/>
                </a:solidFill>
                <a:latin typeface="Calibri"/>
              </a:rPr>
              <a:t>docs/06: e-stop, safety PLC, and speed-limit changes require human authority.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D21"/>
                </a:solidFill>
                <a:latin typeface="Calibri"/>
              </a:rPr>
              <a:t>There is no copilot on the write path — and adding a chatbot on /diagnostics is not modernization.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D21"/>
                </a:solidFill>
                <a:latin typeface="Calibri"/>
              </a:rPr>
              <a:t>Runnable proof: python -m warehouse_control.cli diagnostics   ·   uvicorn warehouse_control.api:app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Named examples you can open in the repo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097280"/>
            <a:ext cx="3200400" cy="41148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Open this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097280"/>
            <a:ext cx="5943600" cy="41148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What it shows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00200"/>
            <a:ext cx="201168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60020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BOT-COLLISION-01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600200"/>
            <a:ext cx="5943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CMMS = RBT-0001  ·  WMS = RBT-0002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77440"/>
            <a:ext cx="2011680" cy="6858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37744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RBT-0007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377440"/>
            <a:ext cx="5943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EXPIRED cert, still ONLINE — legacy allocator would still score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154680"/>
            <a:ext cx="201168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15468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ORD-000003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154680"/>
            <a:ext cx="5943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OMS PACKING vs WMS EXCEPTION; all 3 tasks WES ≠ fleet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931920"/>
            <a:ext cx="2011680" cy="6858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93192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SKU-01146 @ DC-01-Z03-B017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3931920"/>
            <a:ext cx="5943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WMS 205 · ERP 205 · vision 202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709160"/>
            <a:ext cx="201168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Shadow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470916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ops_emails.txt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4709160"/>
            <a:ext cx="5943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D21"/>
                </a:solidFill>
                <a:latin typeface="Calibri"/>
              </a:rPr>
              <a:t>Dock 7→Z09 unmapped; camera 18; cutoff −35 min; AMR-044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to use this with the rest of P01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docs/03_current_state_architecture.md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143000"/>
            <a:ext cx="4297680" cy="64008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Frozen original sketch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P01-v1-CURRENT_ARCHITECTURE.md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20240"/>
            <a:ext cx="4297680" cy="64008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Mermaid source for this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P01-v1-CURRENT_STATE.md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697480"/>
            <a:ext cx="4297680" cy="64008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File-level 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P01-v1-SDD_GAP_ANALYSIS.md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474720"/>
            <a:ext cx="4297680" cy="64008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WRCC PASS / PARTIAL / FAIL / NOT PROVEN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P01-v1-MODERNIZATION_BACKLOG.md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251960"/>
            <a:ext cx="4297680" cy="640080"/>
          </a:xfrm>
          <a:prstGeom prst="roundRect">
            <a:avLst>
              <a:gd name="adj" fmla="val 8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What we will overlay — not rewrite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Calibri"/>
              </a:rPr>
              <a:t>P01-v1  |  Baseline 2.0.0 frozen  |  WRCC current architecture  |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