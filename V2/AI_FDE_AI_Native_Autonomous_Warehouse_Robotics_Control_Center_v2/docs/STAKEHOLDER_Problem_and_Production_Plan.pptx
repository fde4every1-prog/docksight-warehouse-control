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Stakeholder briefing  ·  Synthetic proof  ·  Not live robots  ·  Not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The problem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D9AAA"/>
                </a:solidFill>
                <a:latin typeface="Calibri"/>
              </a:rPr>
              <a:t>The warehouse already has robots and many computer systems. They often do not agree — and people still hit 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5669280" cy="214884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25295"/>
            <a:ext cx="537667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44C44"/>
                </a:solidFill>
                <a:latin typeface="Calibri"/>
              </a:rPr>
              <a:t>What goes wrong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 robot looks free but should not move (expired safety check or open repair).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The same product in the same bin shows three different quantities.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An order looks shipped or on time while the robot task is still running, or the truck is already late.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Two machines can share the same nickname on the floor radio.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15568"/>
            <a:ext cx="5577840" cy="214884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225295"/>
            <a:ext cx="5285231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22A"/>
                </a:solidFill>
                <a:latin typeface="Calibri"/>
              </a:rPr>
              <a:t>Why it matters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Wrong robot sent to a job.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Pick that is not really there.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Customer thinks the order left when it did not.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People paper over this with emails and unofficial 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401568"/>
            <a:ext cx="11430000" cy="297180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511296"/>
            <a:ext cx="1113739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8F68"/>
                </a:solidFill>
                <a:latin typeface="Calibri"/>
              </a:rPr>
              <a:t>What we built in this proof (not production)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 watch-and-stop tower: if the data is not trusted, we do not assign, we do not pick as known, we do not open a blocked area, and we do not move a live robot.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One clean example order (ORD-009999) shows what “agreed” looks like. The messy rows stay messy on purpose — we did not clean the books.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We are not making robots faster. We are stopping a bad go-ahead when digital state is not physical truth.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Ask of you today: this shows the problem and a safe control idea. The warehouse is not modernized yet.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D9AAA"/>
                </a:solidFill>
                <a:latin typeface="Calibri"/>
              </a:rPr>
              <a:t>Clock starts after you accept this proof  ·  Robots stay off until a separate safety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9EEF3"/>
                </a:solidFill>
                <a:latin typeface="Calibri"/>
              </a:rPr>
              <a:t>Path to production-ready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D9AAA"/>
                </a:solidFill>
                <a:latin typeface="Calibri"/>
              </a:rPr>
              <a:t>After this demo. No AI that dispatches. No live robot control in the showcase.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78992"/>
            <a:ext cx="3703320" cy="416052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88719"/>
            <a:ext cx="34107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7FA8"/>
                </a:solidFill>
                <a:latin typeface="Calibri"/>
              </a:rPr>
              <a:t>Days 1–30  ·  Same proof, real operator path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Stop using “highest battery wins” as the picker people see.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Always show who the robot really is. If two names collide, keep both.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Approvals are a real record — not an email that says “I approved it.”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Put honest KPIs on the board. Do not use a fake 84% on-time number.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Still synthetic. Still no live fleet.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78992"/>
            <a:ext cx="3703320" cy="416052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188719"/>
            <a:ext cx="341071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922A"/>
                </a:solidFill>
                <a:latin typeface="Calibri"/>
              </a:rPr>
              <a:t>Days 31–60  ·  How people work, still no robots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Optional helper that explains a stop in plain language. It cannot send a robot.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When quantities disagree: people count the bin. Do not secretly overwrite the warehouse system.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Agree clocks and timezones for a future live feed.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Agree mission IDs so we never replay a whole queue after an outage.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78992"/>
            <a:ext cx="3749039" cy="4160520"/>
          </a:xfrm>
          <a:prstGeom prst="roundRect">
            <a:avLst/>
          </a:prstGeom>
          <a:solidFill>
            <a:srgbClr val="1B222B"/>
          </a:solidFill>
          <a:ln>
            <a:solidFill>
              <a:srgbClr val="2C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188719"/>
            <a:ext cx="345643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8F68"/>
                </a:solidFill>
                <a:latin typeface="Calibri"/>
              </a:rPr>
              <a:t>Days 61–90  ·  Only with a new mandate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Train exception staff on this tower.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Measure on a real slice of live data (new consent).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Only then discuss whether robot control could ever turn on — with a safety case.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Until then: watch, refuse, recommend miss the cutoff.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9EEF3"/>
                </a:solidFill>
                <a:latin typeface="Calibri"/>
              </a:rPr>
              <a:t>We will not guess mystery robot names or pretend all quantities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34924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9EEF3"/>
                </a:solidFill>
                <a:latin typeface="Calibri"/>
              </a:rPr>
              <a:t>Decision we need from you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D9AAA"/>
                </a:solidFill>
                <a:latin typeface="Calibri"/>
              </a:rPr>
              <a:t>This proof is enough to show the problem and a safe control idea.  ·  The warehouse is not production-ready.  ·  Do not turn on robots for the showcase.  ·  Start the 90-day track only if you say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