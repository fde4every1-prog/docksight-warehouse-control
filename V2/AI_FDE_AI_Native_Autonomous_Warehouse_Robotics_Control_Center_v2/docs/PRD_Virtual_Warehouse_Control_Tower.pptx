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9EEF3"/>
                </a:solidFill>
                <a:latin typeface="Calibri"/>
              </a:rPr>
              <a:t>Product Requirements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4A7FA8"/>
                </a:solidFill>
                <a:latin typeface="Calibri"/>
              </a:rPr>
              <a:t>Virtual warehouse robotics control tower</a:t>
            </a:r>
          </a:p>
          <a:p>
            <a:r>
              <a:rPr sz="1600" b="0">
                <a:solidFill>
                  <a:srgbClr val="8D9AAA"/>
                </a:solidFill>
                <a:latin typeface="Calibri"/>
              </a:rPr>
              <a:t>Repo 2  ·  Deterministic observe / refuse  ·  UC-1</a:t>
            </a:r>
          </a:p>
          <a:p>
            <a:r>
              <a:rPr sz="1600" b="0">
                <a:solidFill>
                  <a:srgbClr val="C9922A"/>
                </a:solidFill>
                <a:latin typeface="Calibri"/>
              </a:rPr>
              <a:t>Synthetic data only. No live robots, warehouse, or 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1. Product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D9AAA"/>
                </a:solidFill>
                <a:latin typeface="Calibri"/>
              </a:rPr>
              <a:t>What we are building — and what we are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11338560" cy="201168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344168"/>
            <a:ext cx="1104595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Product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 virtual, read-only control tower that observes conflicts in brownfield warehouse data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and refuses unsafe work: expired-cert robots, invented inventory qty, false order complete,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and safety-zone bypass to hit cutoff. Physical control stays disabled.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429000"/>
            <a:ext cx="5486400" cy="2651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3538728"/>
            <a:ext cx="5193792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Selected (ADR-001)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Option A — deterministic eligibility,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inventory uncertainty, filter-then-score.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LLM off the write path (ADR-002).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Optional explain-only copilot: default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29000"/>
            <a:ext cx="5623560" cy="2651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3538728"/>
            <a:ext cx="5330952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C44"/>
                </a:solidFill>
                <a:latin typeface="Calibri"/>
              </a:rPr>
              <a:t>Killed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Agent that dispatches robots.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Mandatory knowledge graph / twin / RAG.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Enabling physical_control for a demo.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Cleaning CSVs to make KPIs look green.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2.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D9AAA"/>
                </a:solidFill>
                <a:latin typeface="Calibri"/>
              </a:rPr>
              <a:t>Inherited virtual estate — digital state ≠ physical state; available ≠ suitable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88720"/>
          <a:ext cx="11338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91840"/>
                <a:gridCol w="42062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KPI (Prompt 03 formulas)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What the old path does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False-available robots (expired or open CMMS)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203 / 712 (28.5%)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legacy_score can still pick them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Inventory WMS ≠ ERP ≠ vision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7,382 / 9,360 (78.9%)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Treats WMS as the only qty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WES status ≠ fleet status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7,351 / 8,732 (84.2%)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Can look shipped while pack executes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Shipments DELAYED (TMS)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586 / 3,500 (16.7%)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OMS SLA can look fine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0749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9EEF3"/>
                </a:solidFill>
                <a:latin typeface="Calibri"/>
              </a:rPr>
              <a:t>Challenge brief: exceptions consume disproportionate effort and create service, safety, and resilience risk.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9EEF3"/>
                </a:solidFill>
                <a:latin typeface="Calibri"/>
              </a:rPr>
              <a:t>Do not use the 84% as-of cutoff pile as a board KPI (PARTIAL historical artifact).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3. Goals and non-goals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57784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52728"/>
            <a:ext cx="5285231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Goals (Repo 2 / virtual product)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Refuse expired-cert and open-CMMS assigns on the new path (unsafe assign = 0 in fixtures).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Show disagreeing inventory as UNCERTAIN; never emit one invented qty.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Do not close ORD-000968 while pack-feed is EXECUTING.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Recommend miss-cutoff; DENY safety-zone release.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Evals (22/22) before any action that looks autonomous.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Keep physical_control disabled. Keep brownfield CSVs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57784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52728"/>
            <a:ext cx="5285231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C44"/>
                </a:solidFill>
                <a:latin typeface="Calibri"/>
              </a:rPr>
              <a:t>Non-goals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Live robots, PLC, WMS write, fleet POST /missions.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Dollar ROI / headcount reduction (no cost field in snapshot).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Making DELAYED 586 → 0 in the CSV.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ISO/IEC 42001 certification.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Repo 3 / optional copilot unless a new mandate.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Guessing AMR-044 = RBT-0044.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4. Users and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D9AAA"/>
                </a:solidFill>
                <a:latin typeface="Calibri"/>
              </a:rPr>
              <a:t>Virtual roles only — no connected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6576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52728"/>
            <a:ext cx="33649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Supervisor analogue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Sees conflicts and refusals.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May ignore a recommendation.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Cannot grant safety from an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6576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252728"/>
            <a:ext cx="33649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Safety analogue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Zone release / cert waiver is DENY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without a structured Approval record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(that record is ABSENT → fail closed).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6576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252728"/>
            <a:ext cx="33649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FDE / demo operator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Runs dashboard + evals.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Shows three frozen stories.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Does not dispatch 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5. In scope / out of scope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385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In scope (virtual)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Out of scope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Identity collisions (BOT-COLLISION-*, AMR-044 unmatched)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Silent merge of two robots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Eligibility G1–G8; filter-then-score allocator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choose_robot as the product recommendation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Inventory triple + uncertain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Single available_qty / wiping sources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Cutoff awareness; miss-cutoff recommend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Release RESTRICTED zone to hit Carrier-A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Inject replay in-memory (charger / dock / AS/RS)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Rewriting CSVs; live plant chaos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Observe-only API + dashboard (GET)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POST fleet, enable physical_control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6. Functional requirements — three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65760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7"/>
            <a:ext cx="3364992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WF-1 Robot assign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FR-1 Show eligibility, not HEALTHY.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FR-2 RBT-0020 EXPIRED → INELIGIBLE.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FR-3 RBT-0001 open WO → INELIGIBLE.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FR-4 Assign control is blocked.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FR-5 Alias collision keeps both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97280"/>
            <a:ext cx="365760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7"/>
            <a:ext cx="3364992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WF-2 Inventory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FR-6 SKU-01146 @ DC-01-Z03-B017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    WMS 205 / ERP 205 / vision 202.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FR-7 uncertain=true; keep all three.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FR-8 Pick-as-known is blocked.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FR-9 Do not copy WMS into 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97280"/>
            <a:ext cx="365760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207007"/>
            <a:ext cx="3364992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C44"/>
                </a:solidFill>
                <a:latin typeface="Calibri"/>
              </a:rPr>
              <a:t>WF-3 Cutoff / complete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FR-10 ORD-000004 not on_time.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FR-11 Miss cutoff ALLOW (advice).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FR-12 release_zone DENY (G7).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FR-13 ORD-000968 not completable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    while TSK-000968-1 EXECUTING.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7. Hard gates (must never flip for a demo)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0292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If true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Product must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Cert EXPIRED or missing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INELIGIBLE — do not assign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CMMS OPEN / IN_PROGRESS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INELIGIBLE — email is not Approval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Payload too small (when known)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INELIGIBLE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G4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RESTRICTED / UNKNOWN / blocked zone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Refuse path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G5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Inventory sources disagree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UNCERTAIN — no single qty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G6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WES ≠ fleet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Not complete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G7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Safety intent (zone, speed, e-stop, waiver)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G8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Unknown ack / missing payload / intermittent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ABSTAIN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8. Frozen fixtures (do not invent new DCs)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572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Where to look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Expected UI / API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RBT-0020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data/raw/robots.csv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EXPIRED + INTERMITTENT → do not assign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RBT-0001 / WO-000380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robots + maintenance.csv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Open lidar WO; AVAILABLE is not a pass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BOT-COLLISION-01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robot_aliases.csv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Collision RBT-0001 vs RBT-0002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AMR-044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cascade_001.json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Unmatched — do not guess RBT-0044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SKU-01146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inventory_snapshot.csv line 2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DC-01-Z03-B017  205 / 205 / 202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ORD-000004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orders.csv + shipments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Carrier-A DELAYED; not on-time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ORD-000968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orders + TSK-000968-1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SHIPPED vs pack EXECUTING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9. Success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D9AAA"/>
                </a:solidFill>
                <a:latin typeface="Calibri"/>
              </a:rPr>
              <a:t>After = how UC-1 treats the same rows. CSVs are not cleaned.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113385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114800"/>
                <a:gridCol w="393192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Before (estate file)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After (product treatment)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False-available treated eligible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203 / 712 look usable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0 / 203 treated eligible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Invented inventory qty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legacy_available_qty from WMS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0 unlabeled available_qty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False order complete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OMS SHIPPED + task EXECUTING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ORD-000968 completable=false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Expired-cert assigns (UC-1)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Possible via choose_robot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0 on fixtures / evals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EVAL-001–022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Legacy FAIL where designed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22 PASS / 0 FAIL on UC-1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Physical control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disabled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disabled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10. Architecture (virtual)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432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7"/>
            <a:ext cx="24505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Observe T0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CSV / SQLite read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GET /diagnostics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Dashboard KPIs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Conflict 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432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207007"/>
            <a:ext cx="24505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Refuse T1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EligibilityPolicy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Inventory UNCERTAIN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TaskReconciler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CutoffAwareness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274320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07007"/>
            <a:ext cx="245059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Preview only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Filter-then-score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DecisionEngine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ALLOW miss-cutoff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applied=false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097280"/>
            <a:ext cx="269748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864" y="1207007"/>
            <a:ext cx="240487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C44"/>
                </a:solidFill>
                <a:latin typeface="Calibri"/>
              </a:rPr>
              <a:t>Never T5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Fleet POST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WMS write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Motion / PLC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physical_control 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11. UX requirements (dashboard / Replit)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UX-1 Happy-path buttons Assign / Pick as known / Release zone are blocked or DENY — never look dispatched.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UX-2 Robot screen shows gate reasons (G1 expired cert, G2 open WO), not a green AVAILABLE badge alone.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UX-3 Inventory screen lists WMS / ERP / vision together when they disagree.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UX-4 Banner always shows physical_control: disabled.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UX-5 Notes such as “ignore expired cert” must not change eligibility.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UX-6 One live surface for the client demo (FastAPI http://127.0.0.1:8000/ or Replit using the same GETs — not both competing).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9EEF3"/>
                </a:solidFill>
                <a:latin typeface="Calibri"/>
              </a:rPr>
              <a:t>Run: PYTHONPATH=src  python -m uvicorn warehouse_control.api:app --reload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12. Non-functional and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57784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7"/>
            <a:ext cx="5285231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NFR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Local Python 3.11+ / 3.12; pytest.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No Azure / cloud OT required.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GET-only product surface; CORS GET ok.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Evals before any new “action-looking” API.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TRACEABILITY keeps FAIL / NOT PROVEN visible.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3 legacy xfails kept (choose_robot baseline).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577840" cy="50292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07007"/>
            <a:ext cx="5285231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Release (virtual product)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MAY ship: Repo 2 proof + dashboard.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MUST NOT ship: live OT / customer plant.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Kill: LLM on assign; clean data/; 84% KPI;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“modernization complete.”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Client week: 8 slides + 12 min live + Q&amp;A.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Repo 3 (10 prompts) only if newly mandated.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13. Risks and must-nots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572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If we fail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9EEF3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Unsafe assign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Expired / open-CMMS robot recommended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G1 G2; UI block Assign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Invented qty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Wrong pick in the story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Keep 205/205/202; G5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Safety for on-time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Zone release under Carrier-A pressure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G7 DENY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Injection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Chat/email becomes Policy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Ignore shadow_note; EVAL-020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Fake ROI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Invented dollars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No cost field — say so</a:t>
                      </a:r>
                    </a:p>
                  </a:txBody>
                  <a:tcPr>
                    <a:solidFill>
                      <a:srgbClr val="1B22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Demo looks live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Client thinks robots will move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9EEF3"/>
                          </a:solidFill>
                          <a:latin typeface="Calibri"/>
                        </a:rPr>
                        <a:t>Disabled banner; no POST</a:t>
                      </a:r>
                    </a:p>
                  </a:txBody>
                  <a:tcPr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PRD  ·  Virtual warehouse control tower  ·  Synthetic / physical_control disabled  ·  Not live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14.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493776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98448"/>
            <a:ext cx="11045952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We ask the client to accept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1.  This virtual control tower as the decision layer proof (observe / refuse / explain).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2.  Deterministic gates for safety and inventory — not an agent dispatcher.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3.  Physical control remains disabled; no live warehouse in this engagement.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4.  Value = avoided false work and avoided unsafe assign. Financial ROI is a later measurement plan, not a number we will invent.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5.  Optional next: production-shaped packaging (same engine, one UI, CI) still fully virtual.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