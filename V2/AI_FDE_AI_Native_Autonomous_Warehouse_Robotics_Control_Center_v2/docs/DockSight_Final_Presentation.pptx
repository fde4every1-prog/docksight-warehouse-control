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warehouse already has robots. The systems do not agree. People still hit Go. We are not making robots faster. We are stopping a bad assign when digital state is not physical truth. DockSight is a watch-and-stop tower — not live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teammate 62% on-time or 0.21% inventory as this estate. Do not use 84% as-of cutoff as a board KPI. Say: we did not clean the books. The messy rows stay messy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who the AI user is: there is no AI user on the write path. The supervisor is the user. Copilot is optional explain-only and default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Closest inherited “success” ORD-000968 is already departed while pack-feed is still EXECUTING. That is false complete — use it if they ask for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ontology: it is the dictionary so we can join without inventing truth. Not OWL, not Neo4j on the decision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/workflow. Select ORD-009999 then ORD-000004. Do not click Assign. If they ask contention: same location / dock / sku is a conflict, not a physical store. If they ask teammate 7000 rows: those are metrics volume, not this failure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this slide with: before = hide the mess and add AI. After = show the mess and stop the unsafe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ask MTTR: not computable from this snapshot. Auto-refuse is not plant recovery. If they ask global vs local: eligibility is global policy; legacy_score is local greed. We keep lexicographic safety &gt; truth &gt;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accept this as the problem and the control idea. Do not turn on robots for the showcase. Start the 90-day track only if they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DOCKSIGHT  ·  FDE CAPSTONE  ·  SLIDE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The business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The estate already paid for robots and warehouse systems. Exceptions still create late trucks, false completes, and unsafe assigns.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Problem statement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This is not a greenfield warehouse.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OMS, WMS, WES, fleet, CMMS, vision, and TMS already run — and they often do not agree.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Supervisors still hit Go because no one screen says stop.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 business case is not “buy AI.”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It is: stop a bad go-ahead when the computer picture is not the floor.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261872"/>
            <a:ext cx="73152" cy="504748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Exact real-world problem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supervisor must send a robot to pick an order before the truck cutoff.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robot looks free — cert expired, or a repair is still open.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 same bin shows three quantities.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 order looks shipped while the job is still running — or TMS is already DELAYED.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Two machines can share one radio nickname.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People paper over this with emails and unofficial lists.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261872"/>
            <a:ext cx="3730752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389888"/>
            <a:ext cx="338328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Solution — DockSight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virtual watch-and-stop control tower.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One path: order → stock → job → robot → zone → truck.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ALLOW only when sources agree and the robot is eligible.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Else DENY or wait. Assign, pick, and zone release stay blocked.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Rules first. Copilot later. No LLM on the write path.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Observe only. Physical control stays 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EVIDENCE  ·  BROWNFIELD SNAPSHOT  ·  DO NOT CLEAN THE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Why this is a business problem, not a demo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Inherited estate. Competing systems of record. Exceptions are the mass, not the tail.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261872"/>
          <a:ext cx="1141171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468880"/>
                <a:gridCol w="5010912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we measured</a:t>
                      </a:r>
                    </a:p>
                  </a:txBody>
                  <a:tcPr>
                    <a:solidFill>
                      <a:srgbClr val="3D5A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>
                    <a:solidFill>
                      <a:srgbClr val="3D5A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happens on the floor</a:t>
                      </a:r>
                    </a:p>
                  </a:txBody>
                  <a:tcPr>
                    <a:solidFill>
                      <a:srgbClr val="3D5A6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Robot looks free, should not move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203 / 712  (28.5%)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Expired cert or open repair — still pickable on the old path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Same SKU, three quantities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7,382 / 9,360  (78.9%)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Pick that is not really there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Job status split (WES ≠ fleet)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7,351 / 8,732  (84.2%)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Order can look done while the robot is still working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Order status split (OMS ≠ WMS)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1,283 / 3,500  (36.7%)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Customer or planner sees a different story than the aisle</a:t>
                      </a:r>
                    </a:p>
                  </a:txBody>
                  <a:tcPr>
                    <a:solidFill>
                      <a:srgbClr val="F6F3E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Truck already late (TMS DELAYED)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586 / 3,500  (16.7%)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3338"/>
                          </a:solidFill>
                          <a:latin typeface="Calibri"/>
                        </a:rPr>
                        <a:t>OMS SLA can still look fine</a:t>
                      </a:r>
                    </a:p>
                  </a:txBody>
                  <a:tcPr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USER  ·  DECISION  · 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Who we help, and what “done” looks 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Primary user is the floor supervisor analogue — not an autonomous dispatcher.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Primary user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Warehouse supervisor / exception handler.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They already open five systems and still guess.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Safety officer is a second voice: zone and cert are not an email.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We do not replace the operator. We give them a stop they can defend.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261872"/>
            <a:ext cx="73152" cy="5047488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62A"/>
                </a:solidFill>
                <a:latin typeface="Calibri"/>
              </a:rPr>
              <a:t>The decision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May we assign this robot to this order, for this stock, toward this truck?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Or must we wait?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Legal answers: ALLOW · DENY · wait (abstain).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chatbot that always recommends a robot is the wrong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261872"/>
            <a:ext cx="3730752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389888"/>
            <a:ext cx="338328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Success at the end of the path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They see why it is stop or go — without five screens.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Wrong robot is not sent.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Uncertain stock is not picked as known.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Customer is not told the truck left when TMS is DELAYED.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Unsafe assign in the fixtures we show =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TODAY  ·  WHERE IT BREAKS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Current process — and where humans 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The intended chain is OMS → WMS → WES → fleet → pack → TMS. In this snapshot, zero orders close that chain cleanly.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562356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527608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Without DockSight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Look up the order in OMS. Trust WMS quantity. Ask fleet who is AVAILABLE.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Highest battery or a local score often wins.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If something looks wrong: email, radio, unofficial wave list (FINAL_v7).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Human enters late — after a bad assign, a missed cutoff, or a safety event.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Override is not a recorded approval. It is a message that says “I approved it.”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261872"/>
            <a:ext cx="5596128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389888"/>
            <a:ext cx="524865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With DockSight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Human enters at the gate — before Go.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Identity, eligibility, inventory disagreement, job split, zone, cutoff are visible first.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If evidence is missing or sources conflict: wait. Do not invent true_qty.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Assign / Pick / Release controls stay blocked on this proof.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Shadow emails stay evidence of the old workaround — not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WHAT WE BUILT  ·  OBSERVE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The path we walk in the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Same six stages for a clean order and a broken order. We did not rewrite the warehouse.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1  Order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OMS vs WMS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Do they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22576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6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2  Stock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WMS · ERP · vision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Three claims, not one qty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3  Job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WES vs fleet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Complete only if both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4  Robot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Eligible, not AVAILABLE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Cert · repair · 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5  Zone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RESTRICTED stays closed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No demo waiver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1298448"/>
            <a:ext cx="1783080" cy="3063240"/>
          </a:xfrm>
          <a:prstGeom prst="roundRect">
            <a:avLst/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1417320"/>
            <a:ext cx="1600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6  Truck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TMS + actual time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2B3338"/>
                </a:solidFill>
                <a:latin typeface="Calibri"/>
              </a:rPr>
              <a:t>DELAYED means empty actual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526280"/>
            <a:ext cx="11411712" cy="1783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526280"/>
            <a:ext cx="73152" cy="178308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4654296"/>
            <a:ext cx="11064240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What this product is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join of names that already exist: warehouse, robot, order, task, sku+bin, shipment. That is the ontology — meaning and keys, not a graph database.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When they disagree we keep both sides as a Conflict. We do not pick a winner system because its name sounds official.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GET-only API. physical_control stays disabled. We are not driving robots from this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DEMO  ·  TWO STORIES  ·  DO NOT INVENT NEW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What we will show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One agreed path. One inherited failure. Same screen. Hide raw JSON unless they 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562356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527608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Green — ORD-009999  ·  RBT-0012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OMS and WMS agree. Qty 40 / 40 / 40.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One task, WES = fleet COMPLETE.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Robot eligible. Zone not restricted.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TMS DEPARTED with an actual time.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This is the control: “agreed” is possible.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We added this slice. We did not clean the rest of the books.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261872"/>
            <a:ext cx="5596128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261872"/>
            <a:ext cx="73152" cy="504748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389888"/>
            <a:ext cx="524865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Broken — ORD-000004  ·  watch RBT-0020 / RBT-0644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OMS STAGED, WMS EXCEPTION, TMS DELAYED, actual blank.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SKU-01146 in DC-01: quantities do not match.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TSK-000004-1: WES ≠ fleet. Robot can be unsafe or wrong DC.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Assign stays blocked. Pick-as-known stays blocked.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Also in the pack if asked: ORD-000968 false complete; BOT-COLLISION alias.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WHAT FDE 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Before this training  ·  after this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The skill we are presenting: evidence before orchestration.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562356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5C6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527608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C656C"/>
                </a:solidFill>
                <a:latin typeface="Calibri"/>
              </a:rPr>
              <a:t>Before FDE — what I might have done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Clean the CSVs and pick one source of truth.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Dashboard of on-time % and utilization.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Put a chatbot on WMS and call it modernization.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Trust AVAILABLE and send the robot.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Build a graph or twin first.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Invent a fully green dataset so the demo never fails.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261872"/>
            <a:ext cx="5596128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389888"/>
            <a:ext cx="524865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After FDE — what we did instead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Named journeys, not a cleaned average.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Digital ≠ physical. Available ≠ suitable ≠ allowed.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Keep both sides of a conflict. No invented true_qty.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Stop is a valid answer. LLM off the write path.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Ontology = words and join keys, not a product we bought.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Evals before anything that looks autonomous.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DockSight  ·  Virtual warehouse control tower  ·  Synthetic proof  ·  Not live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BOUNDARIES  ·  SAY THIS OUT 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What this proof is — and is not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261872"/>
            <a:ext cx="562356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389888"/>
            <a:ext cx="527608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In this room we can claim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 problem is evidenced in the inherited files.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 safe control idea: watch, refuse, recommend miss-cutoff.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Three workflows: assign, inventory uncertainty, cutoff.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Identity collisions stay visible. AMR-044 stays unmatched.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The warehouse is not modernized yet. That is honest.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261872"/>
            <a:ext cx="5596128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261872"/>
            <a:ext cx="73152" cy="504748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5" y="1389888"/>
            <a:ext cx="524865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We will not claim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Live robots, PLC, or WMS write-back.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Agents that recover the plant without a human.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Dollar ROI or headcount reduction (no cost field).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ISO 42001. Azure. A mandatory knowledge graph.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Teammate cycle-time as this estate’s on-time KPI.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Turning physical_control on for a nicer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91440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F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6F3EC"/>
                </a:solidFill>
                <a:latin typeface="Calibri"/>
              </a:rPr>
              <a:t>Clock starts only if you accept this proof  ·  Robots stay off until a separate safety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164592"/>
            <a:ext cx="347472" cy="201168"/>
          </a:xfrm>
          <a:prstGeom prst="roundRect">
            <a:avLst/>
          </a:prstGeom>
          <a:solidFill>
            <a:srgbClr val="EBE6DA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12296" y="237744"/>
            <a:ext cx="292608" cy="164592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48872" y="310896"/>
            <a:ext cx="237744" cy="128016"/>
          </a:xfrm>
          <a:prstGeom prst="roundRect">
            <a:avLst/>
          </a:prstGeom>
          <a:solidFill>
            <a:srgbClr val="F4E8C6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D5A6C"/>
                </a:solidFill>
                <a:latin typeface="Calibri"/>
              </a:rPr>
              <a:t>ASK  ·  NEXT 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8404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B3338"/>
                </a:solidFill>
                <a:latin typeface="Calibri"/>
              </a:rPr>
              <a:t>What we need from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8046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56C"/>
                </a:solidFill>
                <a:latin typeface="Calibri"/>
              </a:rPr>
              <a:t>This proof shows the problem and a safe control idea. Production-ready is a later mandate.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261872"/>
            <a:ext cx="73152" cy="5047488"/>
          </a:xfrm>
          <a:prstGeom prst="rect">
            <a:avLst/>
          </a:prstGeom>
          <a:solidFill>
            <a:srgbClr val="3D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D5A6C"/>
                </a:solidFill>
                <a:latin typeface="Calibri"/>
              </a:rPr>
              <a:t>Days 1–30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Same proof, real operator path.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Stop showing “highest battery” as the picker.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Always show who the robot really is.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Honest KPIs — no fake 84% on-time.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Still synthetic. Still no live fleet.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1261872"/>
            <a:ext cx="3703320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261872"/>
            <a:ext cx="73152" cy="5047488"/>
          </a:xfrm>
          <a:prstGeom prst="rect">
            <a:avLst/>
          </a:prstGeom>
          <a:solidFill>
            <a:srgbClr val="C9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1389888"/>
            <a:ext cx="3355848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62A"/>
                </a:solidFill>
                <a:latin typeface="Calibri"/>
              </a:rPr>
              <a:t>Days 31–60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Optional helper that explains a stop.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It cannot send a robot.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When qty disagrees: people count the bin.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Agree clocks and mission IDs for a future feed.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261872"/>
            <a:ext cx="3730752" cy="50474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solidFill>
              <a:srgbClr val="D6C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261872"/>
            <a:ext cx="73152" cy="504748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389888"/>
            <a:ext cx="3383280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Days 61–90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Train exception staff on this tower.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Measure on a live slice only with new consent.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B3338"/>
                </a:solidFill>
                <a:latin typeface="Calibri"/>
              </a:rPr>
              <a:t>Only then discuss whether control could ever turn on — with a safety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